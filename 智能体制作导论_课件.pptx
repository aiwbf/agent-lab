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/>
              <a:t>智能体制作导论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适用对象：大专一年级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课程简介与背景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课程名称：智能体制作导论</a:t>
            </a:r>
          </a:p>
          <a:p>
            <a:pPr/>
            <a:r>
              <a:rPr sz="2000"/>
              <a:t>面向对象：大专一年级学生</a:t>
            </a:r>
          </a:p>
          <a:p>
            <a:pPr/>
            <a:r>
              <a:rPr sz="2000"/>
              <a:t>课程目标：系统了解智能体基本概念与应用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理解智能体的基本概念及发展背景</a:t>
            </a:r>
          </a:p>
          <a:p>
            <a:pPr/>
            <a:r>
              <a:rPr sz="2000"/>
              <a:t>掌握智能体制作的基本流程和关键技术</a:t>
            </a:r>
          </a:p>
          <a:p>
            <a:pPr/>
            <a:r>
              <a:rPr sz="2000"/>
              <a:t>认识智能体在实际应用中的典型案例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智能体的定义与分类</a:t>
            </a:r>
          </a:p>
          <a:p>
            <a:pPr/>
            <a:r>
              <a:rPr sz="2000"/>
              <a:t>智能体的感知、决策与执行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关键知识点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智能体制作的主要步骤</a:t>
            </a:r>
          </a:p>
          <a:p>
            <a:pPr/>
            <a:r>
              <a:rPr sz="2000"/>
              <a:t>智能体应用的典型领域与案例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课堂活动一：概念讲解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介绍智能体定义与发展历程</a:t>
            </a:r>
          </a:p>
          <a:p>
            <a:pPr/>
            <a:r>
              <a:rPr sz="2000"/>
              <a:t>展示智能体分类及特点</a:t>
            </a:r>
          </a:p>
          <a:p>
            <a:pPr/>
            <a:r>
              <a:rPr sz="2000"/>
              <a:t>组织学生讨论理解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课堂活动二：制作流程演示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讲解智能体制作步骤</a:t>
            </a:r>
          </a:p>
          <a:p>
            <a:pPr/>
            <a:r>
              <a:rPr sz="2000"/>
              <a:t>结合案例演示制作过程</a:t>
            </a:r>
          </a:p>
          <a:p>
            <a:pPr/>
            <a:r>
              <a:rPr sz="2000"/>
              <a:t>分组讨论关键环节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课堂活动三：应用案例分析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介绍智能体在游戏、机器人等领域应用</a:t>
            </a:r>
          </a:p>
          <a:p>
            <a:pPr/>
            <a:r>
              <a:rPr sz="2000"/>
              <a:t>观看视频或演示</a:t>
            </a:r>
          </a:p>
          <a:p>
            <a:pPr/>
            <a:r>
              <a:rPr sz="2000"/>
              <a:t>小组汇报分享学习心得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学习资源与总结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推荐教材：《智能体技术基础》</a:t>
            </a:r>
          </a:p>
          <a:p>
            <a:pPr/>
            <a:r>
              <a:rPr sz="2000"/>
              <a:t>相关网站与辅助资料</a:t>
            </a:r>
          </a:p>
          <a:p>
            <a:pPr/>
            <a:r>
              <a:rPr sz="2000"/>
              <a:t>课程总结与思考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