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000"/>
              <a:t>人工智能基础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适用对象：大专一年级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课程简介与背景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课程名称：人工智能基础</a:t>
            </a:r>
          </a:p>
          <a:p>
            <a:pPr/>
            <a:r>
              <a:rPr sz="2000"/>
              <a:t>面向对象：大专一年级学生</a:t>
            </a:r>
          </a:p>
          <a:p>
            <a:pPr/>
            <a:r>
              <a:rPr sz="2000"/>
              <a:t>课程目标：系统了解人工智能基本概念及发展背景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教学目标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理解人工智能的基本概念及发展背景</a:t>
            </a:r>
          </a:p>
          <a:p>
            <a:pPr/>
            <a:r>
              <a:rPr sz="2000"/>
              <a:t>掌握机器学习和监督学习的核心原理及示例</a:t>
            </a:r>
          </a:p>
          <a:p>
            <a:pPr/>
            <a:r>
              <a:rPr sz="2000"/>
              <a:t>通过小组实践应用监督学习解决问题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核心概念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人工智能的定义及发展历程</a:t>
            </a:r>
          </a:p>
          <a:p>
            <a:pPr/>
            <a:r>
              <a:rPr sz="2000"/>
              <a:t>机器学习的基本原理</a:t>
            </a:r>
          </a:p>
          <a:p>
            <a:pPr/>
            <a:r>
              <a:rPr sz="2000"/>
              <a:t>监督学习的流程及典型案例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关键知识点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人工智能的发展背景与应用</a:t>
            </a:r>
          </a:p>
          <a:p>
            <a:pPr/>
            <a:r>
              <a:rPr sz="2000"/>
              <a:t>机器学习分类及工作机制</a:t>
            </a:r>
          </a:p>
          <a:p>
            <a:pPr/>
            <a:r>
              <a:rPr sz="2000"/>
              <a:t>监督学习模型训练与预测流程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课堂活动一：概念讲解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介绍人工智能定义和发展背景</a:t>
            </a:r>
          </a:p>
          <a:p>
            <a:pPr/>
            <a:r>
              <a:rPr sz="2000"/>
              <a:t>讲解机器学习基本原理及分类</a:t>
            </a:r>
          </a:p>
          <a:p>
            <a:pPr/>
            <a:r>
              <a:rPr sz="2000"/>
              <a:t>介绍监督学习流程和应用示例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课堂活动二：小组案例分析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分组分析监督学习案例（如垃圾邮件分类）</a:t>
            </a:r>
          </a:p>
          <a:p>
            <a:pPr/>
            <a:r>
              <a:rPr sz="2000"/>
              <a:t>讨论数据、特征和标签</a:t>
            </a:r>
          </a:p>
          <a:p>
            <a:pPr/>
            <a:r>
              <a:rPr sz="2000"/>
              <a:t>汇报监督学习模型训练与预测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学习资源与延伸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推荐教材：《人工智能导论》</a:t>
            </a:r>
          </a:p>
          <a:p>
            <a:pPr/>
            <a:r>
              <a:rPr sz="2000"/>
              <a:t>在线课程：Coursera人工智能基础</a:t>
            </a:r>
          </a:p>
          <a:p>
            <a:pPr/>
            <a:r>
              <a:rPr sz="2000"/>
              <a:t>辅助工具：Google Colab实践平台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总结与思考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巩固本节课重点内容</a:t>
            </a:r>
          </a:p>
          <a:p>
            <a:pPr/>
            <a:r>
              <a:rPr sz="2000"/>
              <a:t>解答学生疑问</a:t>
            </a:r>
          </a:p>
          <a:p>
            <a:pPr/>
            <a:r>
              <a:rPr sz="2000"/>
              <a:t>布置课后思考题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