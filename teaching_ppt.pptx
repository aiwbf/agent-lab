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大模型ai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大一  |  时长：90分钟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大模型AI导论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什么是大模型AI？</a:t>
            </a:r>
          </a:p>
          <a:p>
            <a:r>
              <a:t>大模型的发展背景</a:t>
            </a:r>
          </a:p>
          <a:p>
            <a:r>
              <a:t>学习目标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大模型的基本概念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参数规模和模型结构</a:t>
            </a:r>
          </a:p>
          <a:p>
            <a:r>
              <a:t>Transformer架构简介</a:t>
            </a:r>
          </a:p>
          <a:p>
            <a:r>
              <a:t>训练数据和训练方法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大模型的技术架构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多层注意力机制</a:t>
            </a:r>
          </a:p>
          <a:p>
            <a:r>
              <a:t>预训练与微调</a:t>
            </a:r>
          </a:p>
          <a:p>
            <a:r>
              <a:t>计算资源需求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大模型的应用案例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自然语言处理</a:t>
            </a:r>
          </a:p>
          <a:p>
            <a:r>
              <a:t>图像识别</a:t>
            </a:r>
          </a:p>
          <a:p>
            <a:r>
              <a:t>推荐系统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大模型的挑战与未来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计算成本与能耗</a:t>
            </a:r>
          </a:p>
          <a:p>
            <a:r>
              <a:t>数据隐私与伦理</a:t>
            </a:r>
          </a:p>
          <a:p>
            <a:r>
              <a:t>未来发展趋势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课程总结与讨论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回顾主要内容</a:t>
            </a:r>
          </a:p>
          <a:p>
            <a:r>
              <a:t>学生提问与交流</a:t>
            </a:r>
          </a:p>
          <a:p>
            <a:r>
              <a:t>作业布置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