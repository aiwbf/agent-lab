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/>
              <a:t>人工智能基础入门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适用对象：中职一年级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课程简介与背景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课程名称：人工智能基础入门</a:t>
            </a:r>
          </a:p>
          <a:p>
            <a:pPr/>
            <a:r>
              <a:rPr sz="2000"/>
              <a:t>面向对象：中职一年级学生</a:t>
            </a:r>
          </a:p>
          <a:p>
            <a:pPr/>
            <a:r>
              <a:rPr sz="2000"/>
              <a:t>课程目标：了解人工智能基本概念与应用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理解人工智能的基本概念和发展历程</a:t>
            </a:r>
          </a:p>
          <a:p>
            <a:pPr/>
            <a:r>
              <a:rPr sz="2000"/>
              <a:t>掌握主要应用领域及简单工具的使用</a:t>
            </a:r>
          </a:p>
          <a:p>
            <a:pPr/>
            <a:r>
              <a:rPr sz="2000"/>
              <a:t>培养人工智能思维和创新意识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人工智能的定义</a:t>
            </a:r>
          </a:p>
          <a:p>
            <a:pPr/>
            <a:r>
              <a:rPr sz="2000"/>
              <a:t>人工智能的发展历史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关键知识点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人工智能的主要应用领域</a:t>
            </a:r>
          </a:p>
          <a:p>
            <a:pPr/>
            <a:r>
              <a:rPr sz="2000"/>
              <a:t>基础人工智能工具及简单应用示例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活动1：人工智能概念导入与讨论</a:t>
            </a:r>
          </a:p>
          <a:p>
            <a:pPr/>
            <a:r>
              <a:rPr sz="2000"/>
              <a:t>活动2：应用案例分析与展示</a:t>
            </a:r>
          </a:p>
          <a:p>
            <a:pPr/>
            <a:r>
              <a:rPr sz="2000"/>
              <a:t>活动3：基础工具体验与操作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学习资源与延伸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推荐教材：《人工智能导论》</a:t>
            </a:r>
          </a:p>
          <a:p>
            <a:pPr/>
            <a:r>
              <a:rPr sz="2000"/>
              <a:t>在线资源：百度AI开放平台</a:t>
            </a:r>
          </a:p>
          <a:p>
            <a:pPr/>
            <a:r>
              <a:rPr sz="2000"/>
              <a:t>辅助网站：AI学习网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总结与思考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识别人工智能技术在生活中的应用</a:t>
            </a:r>
          </a:p>
          <a:p>
            <a:pPr/>
            <a:r>
              <a:rPr sz="2000"/>
              <a:t>掌握简单人工智能工具的使用方法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课程展望与创新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培养学生的创新意识</a:t>
            </a:r>
          </a:p>
          <a:p>
            <a:pPr/>
            <a:r>
              <a:rPr sz="2000"/>
              <a:t>激发对人工智能深入学习的兴趣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