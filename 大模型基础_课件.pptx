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/>
              <a:t>大模型基础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适用对象：大专一年级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课程简介与背景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课程名称：大模型基础</a:t>
            </a:r>
          </a:p>
          <a:p>
            <a:pPr/>
            <a:r>
              <a:rPr sz="2000"/>
              <a:t>面向对象：大专一年级学生</a:t>
            </a:r>
          </a:p>
          <a:p>
            <a:pPr/>
            <a:r>
              <a:rPr sz="2000"/>
              <a:t>课程目标：理解大模型基本概念及其应用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理解大模型的基本概念及发展背景</a:t>
            </a:r>
          </a:p>
          <a:p>
            <a:pPr/>
            <a:r>
              <a:rPr sz="2000"/>
              <a:t>掌握大模型的主要类型及应用领域</a:t>
            </a:r>
          </a:p>
          <a:p>
            <a:pPr/>
            <a:r>
              <a:rPr sz="2000"/>
              <a:t>培养对大模型技术的初步认知和兴趣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核心概念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大模型的定义与特点</a:t>
            </a:r>
          </a:p>
          <a:p>
            <a:pPr/>
            <a:r>
              <a:rPr sz="2000"/>
              <a:t>大模型的发展历程与技术基础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关键知识点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大模型的典型应用场景</a:t>
            </a:r>
          </a:p>
          <a:p>
            <a:pPr/>
            <a:r>
              <a:rPr sz="2000"/>
              <a:t>大模型的训练方法与计算资源需求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课堂活动一：引入与概念讲解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展示现实生活中的大模型应用案例</a:t>
            </a:r>
          </a:p>
          <a:p>
            <a:pPr/>
            <a:r>
              <a:rPr sz="2000"/>
              <a:t>讲解大模型定义及特点</a:t>
            </a:r>
          </a:p>
          <a:p>
            <a:pPr/>
            <a:r>
              <a:rPr sz="2000"/>
              <a:t>学生分组讨论大模型的影响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课堂活动二：发展历程与技术基础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讲解大模型发展历程与关键技术突破</a:t>
            </a:r>
          </a:p>
          <a:p>
            <a:pPr/>
            <a:r>
              <a:rPr sz="2000"/>
              <a:t>介绍训练方法和计算资源需求</a:t>
            </a:r>
          </a:p>
          <a:p>
            <a:pPr/>
            <a:r>
              <a:rPr sz="2000"/>
              <a:t>观看相关技术介绍视频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课堂活动三：应用场景分析与总结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展示自然语言处理与计算机视觉应用案例</a:t>
            </a:r>
          </a:p>
          <a:p>
            <a:pPr/>
            <a:r>
              <a:rPr sz="2000"/>
              <a:t>学生分组汇报选定应用场景</a:t>
            </a:r>
          </a:p>
          <a:p>
            <a:pPr/>
            <a:r>
              <a:rPr sz="2000"/>
              <a:t>教师总结课程重点，布置后续任务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/>
              <a:t>学习资源与延伸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推荐教材：《大模型技术导论》</a:t>
            </a:r>
          </a:p>
          <a:p>
            <a:pPr/>
            <a:r>
              <a:rPr sz="2000"/>
              <a:t>在线视频课程：高校公开课《大模型基础与应用》</a:t>
            </a:r>
          </a:p>
          <a:p>
            <a:pPr/>
            <a:r>
              <a:rPr sz="2000"/>
              <a:t>相关网站：OpenAI官方网站及技术博客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