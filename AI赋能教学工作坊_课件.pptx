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/>
              <a:t>AI赋能教学工作坊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适用对象：中小学/中职教师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课程简介与背景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面向中小学及中职一线教师</a:t>
            </a:r>
          </a:p>
          <a:p>
            <a:pPr/>
            <a:r>
              <a:rPr sz="2000"/>
              <a:t>帮助教师掌握AI技术在教学中的实用应用</a:t>
            </a:r>
          </a:p>
          <a:p>
            <a:pPr/>
            <a:r>
              <a:rPr sz="2000"/>
              <a:t>提升教学效率与课堂质量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掌握AI辅助备课方法，提高备课效率</a:t>
            </a:r>
          </a:p>
          <a:p>
            <a:pPr/>
            <a:r>
              <a:rPr sz="2000"/>
              <a:t>学会利用AI自动生成试题，提升出题质量</a:t>
            </a:r>
          </a:p>
          <a:p>
            <a:pPr/>
            <a:r>
              <a:rPr sz="2000"/>
              <a:t>运用AI设计教学活动，增强课堂互动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核心概念介绍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AI辅助备课的基本流程与工具</a:t>
            </a:r>
          </a:p>
          <a:p>
            <a:pPr/>
            <a:r>
              <a:rPr sz="2000"/>
              <a:t>AI自动试题生成原理及操作技巧</a:t>
            </a:r>
          </a:p>
          <a:p>
            <a:pPr/>
            <a:r>
              <a:rPr sz="2000"/>
              <a:t>AI辅助教学活动设计思路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关键知识点详解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ChatGPT等AI工具在备课中的应用</a:t>
            </a:r>
          </a:p>
          <a:p>
            <a:pPr/>
            <a:r>
              <a:rPr sz="2000"/>
              <a:t>自动出题平台的使用与参数设置</a:t>
            </a:r>
          </a:p>
          <a:p>
            <a:pPr/>
            <a:r>
              <a:rPr sz="2000"/>
              <a:t>AI设计教学活动的案例分享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课堂活动一：AI辅助备课实操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介绍ChatGPT及备课功能</a:t>
            </a:r>
          </a:p>
          <a:p>
            <a:pPr/>
            <a:r>
              <a:rPr sz="2000"/>
              <a:t>分组使用ChatGPT生成教学大纲</a:t>
            </a:r>
          </a:p>
          <a:p>
            <a:pPr/>
            <a:r>
              <a:rPr sz="2000"/>
              <a:t>分享成果并讨论优化策略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课堂活动二：AI自动出题体验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讲解AI出题工具及参数设置</a:t>
            </a:r>
          </a:p>
          <a:p>
            <a:pPr/>
            <a:r>
              <a:rPr sz="2000"/>
              <a:t>生成多种题型并互评质量</a:t>
            </a:r>
          </a:p>
          <a:p>
            <a:pPr/>
            <a:r>
              <a:rPr sz="2000"/>
              <a:t>提出改进建议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课堂活动三：AI辅助教学活动设计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介绍AI活动设计应用案例</a:t>
            </a:r>
          </a:p>
          <a:p>
            <a:pPr/>
            <a:r>
              <a:rPr sz="2000"/>
              <a:t>结合教学内容生成互动方案</a:t>
            </a:r>
          </a:p>
          <a:p>
            <a:pPr/>
            <a:r>
              <a:rPr sz="2000"/>
              <a:t>小组展示与集体讨论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学习资源与总结思考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推荐工具：ChatGPT、自动出题平台、PPT生成工具</a:t>
            </a:r>
          </a:p>
          <a:p>
            <a:pPr/>
            <a:r>
              <a:rPr sz="2000"/>
              <a:t>强调操作性与实用性</a:t>
            </a:r>
          </a:p>
          <a:p>
            <a:pPr/>
            <a:r>
              <a:rPr sz="2000"/>
              <a:t>鼓励教师持续探索AI教学应用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