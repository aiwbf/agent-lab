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人工智能基础入门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中职一年级  |  时长：1 课时（约 45 分钟）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人工智能基础入门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课程介绍</a:t>
            </a:r>
          </a:p>
          <a:p>
            <a:r>
              <a:t>学习目标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什么是人工智能？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人工智能的定义</a:t>
            </a:r>
          </a:p>
          <a:p>
            <a:r>
              <a:t>核心概念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人工智能的发展历程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早期探索</a:t>
            </a:r>
          </a:p>
          <a:p>
            <a:r>
              <a:t>现代发展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人工智能的主要技术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机器学习</a:t>
            </a:r>
          </a:p>
          <a:p>
            <a:r>
              <a:t>自然语言处理</a:t>
            </a:r>
          </a:p>
          <a:p>
            <a:r>
              <a:t>计算机视觉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人工智能的应用案例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智能语音助手</a:t>
            </a:r>
          </a:p>
          <a:p>
            <a:r>
              <a:t>自动驾驶汽车</a:t>
            </a:r>
          </a:p>
          <a:p>
            <a:r>
              <a:t>智能推荐系统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人工智能与未来职业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职业影响</a:t>
            </a:r>
          </a:p>
          <a:p>
            <a:r>
              <a:t>学习建议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课程总结与作业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回顾学习内容</a:t>
            </a:r>
          </a:p>
          <a:p>
            <a:r>
              <a:t>布置作业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