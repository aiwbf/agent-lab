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人工智能基础入门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教学设计与课堂活动大纲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课程导入与学习目标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课程背景：为什么要学人工智能？</a:t>
            </a:r>
          </a:p>
          <a:p>
            <a:pPr/>
            <a:r>
              <a:t>本课程面向的学生与适用场景</a:t>
            </a:r>
          </a:p>
          <a:p>
            <a:pPr/>
            <a:r>
              <a:t>本节课的学习目标（知识 / 能力 / 态度）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人工智能基本概念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什么是“智能”？什么是“人工智能”？</a:t>
            </a:r>
          </a:p>
          <a:p>
            <a:pPr/>
            <a:r>
              <a:t>图灵测试与机器模拟人类智能的早期设想</a:t>
            </a:r>
          </a:p>
          <a:p>
            <a:pPr/>
            <a:r>
              <a:t>弱人工智能与强人工智能的简单区分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人工智能发展简史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从“符号主义 AI”到“机器学习”的转变</a:t>
            </a:r>
          </a:p>
          <a:p>
            <a:pPr/>
            <a:r>
              <a:t>深度学习兴起与算力、数据的推动</a:t>
            </a:r>
          </a:p>
          <a:p>
            <a:pPr/>
            <a:r>
              <a:t>当代大模型（如 ChatGPT）的出现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人工智能典型应用场景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生活中的 AI：推荐系统、语音助手、导航等</a:t>
            </a:r>
          </a:p>
          <a:p>
            <a:pPr/>
            <a:r>
              <a:t>行业中的 AI：制造、金融、医疗、教育等</a:t>
            </a:r>
          </a:p>
          <a:p>
            <a:pPr/>
            <a:r>
              <a:t>简单思考：哪些地方还可以用 AI？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课堂活动一：导入讨论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展示图片 / 视频，引导学生说出直观感受</a:t>
            </a:r>
          </a:p>
          <a:p>
            <a:pPr/>
            <a:r>
              <a:t>小组讨论：什么是人工智能？</a:t>
            </a:r>
          </a:p>
          <a:p>
            <a:pPr/>
            <a:r>
              <a:t>教师总结学生的观点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课堂活动二：我的 AI 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小组任务：用 1–2 句话写出你心中的 AI 定义</a:t>
            </a:r>
          </a:p>
          <a:p>
            <a:pPr/>
            <a:r>
              <a:t>小组展示与互评</a:t>
            </a:r>
          </a:p>
          <a:p>
            <a:pPr/>
            <a:r>
              <a:t>教师给出更专业、更严谨的版本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课堂活动三：AI 应用头脑风暴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头脑风暴规则与分组方式说明</a:t>
            </a:r>
          </a:p>
          <a:p>
            <a:pPr/>
            <a:r>
              <a:t>学生分组写出生活 / 职业中的 AI 场景</a:t>
            </a:r>
          </a:p>
          <a:p>
            <a:pPr/>
            <a:r>
              <a:t>小组分享与教师点评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课堂小结与课后延伸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本节课的三个关键词回顾</a:t>
            </a:r>
          </a:p>
          <a:p>
            <a:pPr/>
            <a:r>
              <a:t>学生今天获得的一个新认识 / 一个新问题</a:t>
            </a:r>
          </a:p>
          <a:p>
            <a:pPr/>
            <a:r>
              <a:t>课后可看的视频 / 可体验的 AI 工具推荐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