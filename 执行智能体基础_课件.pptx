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/>
              <a:t>执行智能体基础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适用对象：大专一年级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课程简介与背景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课程名称：执行智能体基础</a:t>
            </a:r>
          </a:p>
          <a:p>
            <a:pPr/>
            <a:r>
              <a:rPr sz="2000"/>
              <a:t>面向对象：大专一年级学生</a:t>
            </a:r>
          </a:p>
          <a:p>
            <a:pPr/>
            <a:r>
              <a:rPr sz="2000"/>
              <a:t>课程目标：了解执行智能体基本概念与组成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理解执行智能体的定义和核心组成部分</a:t>
            </a:r>
          </a:p>
          <a:p>
            <a:pPr/>
            <a:r>
              <a:rPr sz="2000"/>
              <a:t>掌握执行智能体的分类及应用场景</a:t>
            </a:r>
          </a:p>
          <a:p>
            <a:pPr/>
            <a:r>
              <a:rPr sz="2000"/>
              <a:t>培养对执行智能体技术的兴趣和分析能力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核心概念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执行智能体的定义和基本特征</a:t>
            </a:r>
          </a:p>
          <a:p>
            <a:pPr/>
            <a:r>
              <a:rPr sz="2000"/>
              <a:t>执行智能体的核心组成部分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关键知识点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执行智能体的分类方法及典型类型</a:t>
            </a:r>
          </a:p>
          <a:p>
            <a:pPr/>
            <a:r>
              <a:rPr sz="2000"/>
              <a:t>执行智能体在生活和工业中的应用案例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课堂活动一：引入与激发兴趣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展示智能设备视频引入主题</a:t>
            </a:r>
          </a:p>
          <a:p>
            <a:pPr/>
            <a:r>
              <a:rPr sz="2000"/>
              <a:t>分组讨论身边的智能体</a:t>
            </a:r>
          </a:p>
          <a:p>
            <a:pPr/>
            <a:r>
              <a:rPr sz="2000"/>
              <a:t>总结执行智能体基本概念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课堂活动二与三：知识讲解与测验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讲解定义、组成及分类，案例分析</a:t>
            </a:r>
          </a:p>
          <a:p>
            <a:pPr/>
            <a:r>
              <a:rPr sz="2000"/>
              <a:t>小测验检测理解，课程总结与预习布置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学习资源与延伸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推荐教材：《执行智能体导论》</a:t>
            </a:r>
          </a:p>
          <a:p>
            <a:pPr/>
            <a:r>
              <a:rPr sz="2000"/>
              <a:t>在线课程：Coursera执行智能体基础</a:t>
            </a:r>
          </a:p>
          <a:p>
            <a:pPr/>
            <a:r>
              <a:rPr sz="2000"/>
              <a:t>辅助阅读：《智能体技术与应用》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总结与思考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掌握执行智能体核心知识，打好基础</a:t>
            </a:r>
          </a:p>
          <a:p>
            <a:pPr/>
            <a:r>
              <a:rPr sz="2000"/>
              <a:t>激发兴趣，培养分析与应用能力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