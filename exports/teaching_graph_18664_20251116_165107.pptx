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 Agent 任务结果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 Graph Agent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任务说明 &amp; 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任务：为《人工智能基础入门》设计一节 45 分钟的导入课，学生是中职一年级...</a:t>
            </a:r>
          </a:p>
          <a:p>
            <a:pPr/>
            <a:r>
              <a:rPr sz="2000"/>
              <a:t>领域：teaching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Planner 结果摘要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Planner 规划了任务步骤。</a:t>
            </a:r>
          </a:p>
          <a:p>
            <a:pPr/>
            <a:r>
              <a:rPr sz="2000"/>
              <a:t>详细内容请见 Word / TXT。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 输出摘要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Worker 生成了最终成果（教案 / 报告等）。</a:t>
            </a:r>
          </a:p>
          <a:p>
            <a:pPr/>
            <a:r>
              <a:rPr sz="2000"/>
              <a:t>详细内容请见 Word / TXT。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 审查结论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Critic 对结果做了质量评价。</a:t>
            </a:r>
          </a:p>
          <a:p>
            <a:pPr/>
            <a:r>
              <a:rPr sz="2000"/>
              <a:t>详细意见请见 Word / TXT。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可根据 Critic 建议进行人工微调。</a:t>
            </a:r>
          </a:p>
          <a:p>
            <a:pPr/>
            <a:r>
              <a:rPr sz="2000"/>
              <a:t>亦可将此结果作为下一个 Graph 任务的输入。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