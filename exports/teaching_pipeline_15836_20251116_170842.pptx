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多 Agent 教学流水线结果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 Graph Agent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任务与课程概览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课程：ai基础入门</a:t>
            </a:r>
          </a:p>
          <a:p>
            <a:pPr/>
            <a:r>
              <a:rPr sz="2000"/>
              <a:t>学生：中职一年级</a:t>
            </a:r>
          </a:p>
          <a:p>
            <a:pPr/>
            <a:r>
              <a:rPr sz="2000"/>
              <a:t>时长：90分钟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 教案摘要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已生成完整教案（目标、重难点、过程、评价）。</a:t>
            </a:r>
          </a:p>
          <a:p>
            <a:pPr/>
            <a:r>
              <a:rPr sz="2000"/>
              <a:t>详细内容见 Word / TXT。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 结构摘要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已按教案设计 8–12 页教学 PPT 结构。</a:t>
            </a:r>
          </a:p>
          <a:p>
            <a:pPr/>
            <a:r>
              <a:rPr sz="2000"/>
              <a:t>包含导入、讲解、活动、总结等功能页。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Checker 审查结论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从目标匹配度、活动设计、PPT 逻辑等维度给出评价。</a:t>
            </a:r>
          </a:p>
          <a:p>
            <a:pPr/>
            <a:r>
              <a:rPr sz="2000"/>
              <a:t>提出 5–10 条可操作改进建议。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后续使用建议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教师可在此基础上进行个性化微调。</a:t>
            </a:r>
          </a:p>
          <a:p>
            <a:pPr/>
            <a:r>
              <a:rPr sz="2000"/>
              <a:t>本流水线可多次迭代不同课次的教案与课件。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